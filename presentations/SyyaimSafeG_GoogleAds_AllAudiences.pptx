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594360"/>
            <a:ext cx="1371600" cy="1463040"/>
          </a:xfrm>
          <a:prstGeom prst="roundRect">
            <a:avLst>
              <a:gd name="adj" fmla="val 12000"/>
            </a:avLst>
          </a:prstGeom>
          <a:solidFill>
            <a:srgbClr val="FF64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8620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243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Google Ads Package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Managers · Plant Owners · Compliance Officers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3749040"/>
            <a:ext cx="2194560" cy="36576"/>
          </a:xfrm>
          <a:prstGeom prst="rect">
            <a:avLst/>
          </a:prstGeom>
          <a:solidFill>
            <a:srgbClr val="3A446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886200"/>
            <a:ext cx="1463040" cy="86868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4325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Variants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3886200"/>
            <a:ext cx="1463040" cy="86868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4325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3886200"/>
            <a:ext cx="1463040" cy="86868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49040" y="4325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3886200"/>
            <a:ext cx="1463040" cy="86868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4960" y="4325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3886200"/>
            <a:ext cx="1463040" cy="86868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40880" y="4325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641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VARIANT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&amp; Safety Managers · Stop Accidents Before They Happen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241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syyaimsafeg.ai › factory-safety › india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Accidents Before They Happen | AI Safety Monitoring India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5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Syyaim SafeG AI monitors 16 cameras 24/7 — detecting missing helmets, vest violations &amp; danger zone breaches in under 30 seconds. Factories Act compliant. Free 4-week pilot.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4-Week Pilot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37360" y="24688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 Compliance Demo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80360" y="24688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ROI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0" y="24688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Demo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0" y="960120"/>
            <a:ext cx="3017520" cy="393192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058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 (30 chars)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42432" y="1280160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128016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16752" y="12801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Accidents Before They Happen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93024" y="12801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742432" y="1627632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6276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16752" y="162763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Monitoring — India-First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93024" y="16276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42432" y="1975104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97510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6752" y="197510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Violation Detected in 30 Secs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93024" y="19751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742432" y="2322576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32257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6752" y="232257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4-Week Pilot for Your Plant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93024" y="23225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42432" y="2670048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267004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6752" y="267004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Compliant AI System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93024" y="26700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42432" y="3017520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301752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6752" y="301752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Workplace Injuries by 40%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193024" y="3017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742432" y="3364992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33649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16752" y="336499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Vision · India Servers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93024" y="33649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42432" y="3712464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371246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16752" y="371246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₹2,500/Camera/Month — Try Free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93024" y="371246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42432" y="4059936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40599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16752" y="405993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Hazard Zone Monitoring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93024" y="4059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42432" y="4407408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440740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16752" y="440740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 — Set Up in 2 Hours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93024" y="44074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200" y="29992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 (90 chars)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3246120"/>
            <a:ext cx="5029200" cy="530352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27355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 monitors your shopfloor 24/7 — detecting PPE violations, danger zone breaches &amp; hazards instantly. Factories Act compliant.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40480"/>
            <a:ext cx="5029200" cy="530352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86791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reportable accident costs ₹11 Lakh+. SafeG AI costs ₹2,500/camera/month. Free 4-week pilot. No commitment. Book your demo today.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641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VARIANT 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Owners · ROI &amp; Cost — 1 Accident = ₹11 Lakh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241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syyaimsafeg.ai › roi-calculator › pilot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Accident Costs ₹11 Lakh+ | SafeG AI Costs ₹2,500/Cam/Mo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5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Indian plants lose ₹40–60 Lakh per year to preventable accidents. SafeG AI cuts incidents by 40% — ROI in under 6 months. Claude Vision AI · India-first.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Your ROI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37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Live Dashboard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80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0" y="960120"/>
            <a:ext cx="3017520" cy="393192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058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 (30 chars)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42432" y="1280160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128016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16752" y="12801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Accident = ₹11 Lakh Loss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93024" y="12801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742432" y="1627632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6276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16752" y="162763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= ₹2,500/Camera/Month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93024" y="16276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42432" y="1975104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97510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6752" y="197510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Factory Accidents by 40%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93024" y="19751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742432" y="2322576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32257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6752" y="232257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 in Under 6 Months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93024" y="23225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42432" y="2670048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267004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6752" y="267004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₹40 Lakh+ Per Year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93024" y="26700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42432" y="3017520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301752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6752" y="301752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Accidents — Not Report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193024" y="3017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742432" y="3364992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33649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16752" y="336499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 — Full Setup Included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93024" y="33649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42432" y="3712464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371246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16752" y="371246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 Lakh/Year · All-In SafeG AI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93024" y="371246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42432" y="4059936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40599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16752" y="405993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Plant, Safer in 2 Hours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93024" y="4059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42432" y="4407408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440740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16752" y="440740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ROI — Book a Free Demo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93024" y="44074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200" y="29992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 (90 chars)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3246120"/>
            <a:ext cx="5029200" cy="530352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27355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plants lose ₹40–60 Lakh/yr to preventable accidents. SafeG AI reduces incidents by 40% — ROI in under 6 months. Calculate yours free.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40480"/>
            <a:ext cx="5029200" cy="530352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86791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 Lakh all-in for a full year. Prevents ~4 accidents = ₹40 Lakh+ saved. Factories Act compliant. Book a free demo today.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641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VARIANT 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Compliance Officers · Factories Act Auto-Reports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241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syyaimsafeg.ai › compliance › factories-act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Form 18 &amp; OSH Reports | Factories Act Compliant 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5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compliant with Factories Act 1948, ISO 45001 &amp; SEBI BRSR automatically. SafeG AI logs every incident, near-miss &amp; PPE violation — 24/7 — so your audit is always ready.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Features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37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45001 Coverage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80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Reports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0" y="24688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Call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0" y="960120"/>
            <a:ext cx="3017520" cy="3931920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058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 (30 chars)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42432" y="1280160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128016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16752" y="12801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1948 Compliance AI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93024" y="12801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742432" y="1627632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6276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16752" y="162763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Auto-Generated Daily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93024" y="16276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42432" y="1975104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97510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6752" y="197510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Documentation — Auto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93024" y="19751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742432" y="2322576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32257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6752" y="232257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BRSR ESG Data — Automated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93024" y="23225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42432" y="2670048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267004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6752" y="267004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 in One Click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93024" y="26700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42432" y="3017520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301752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6752" y="301752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Statutory Deadline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193024" y="3017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742432" y="3364992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33649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16752" y="336499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Incidents Logged — Always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93024" y="33649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42432" y="3712464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371246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16752" y="371246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PDPB 2023 Compliant Data Storage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93024" y="371246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42432" y="4059936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40599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16752" y="405993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Shram Suvidha Portal Integration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93024" y="4059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42432" y="4407408"/>
            <a:ext cx="2852928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3A44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440740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16752" y="440740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Compliance Demo Today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93024" y="44074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8D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200" y="29992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3246120"/>
            <a:ext cx="5029200" cy="530352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27355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automatically generates Form 18 incident registers, ISO 45001 OHS documentation &amp; SEBI BRSR ESG safety data — eliminating manual compliance work entirely.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40480"/>
            <a:ext cx="5029200" cy="530352"/>
          </a:xfrm>
          <a:prstGeom prst="rect">
            <a:avLst/>
          </a:prstGeom>
          <a:solidFill>
            <a:srgbClr val="0E1220"/>
          </a:solidFill>
          <a:ln w="12700">
            <a:solidFill>
              <a:srgbClr val="1E28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86791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1948, OSH Code 2020, CERT-In, PDPB 2023 — all covered. Compliance runs 24/7 without extra headcount. Data stored on AWS Mumbai. India-first.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641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STRATEGY — ALL AUDIENCES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Keywords · 6 Ad Group Clusters · E/P/B Match Types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88920" cy="182880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88920" cy="274320"/>
          </a:xfrm>
          <a:prstGeom prst="rect">
            <a:avLst/>
          </a:prstGeom>
          <a:solidFill>
            <a:srgbClr val="00D2B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Software —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289304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89304"/>
            <a:ext cx="201168" cy="292608"/>
          </a:xfrm>
          <a:prstGeom prst="rect">
            <a:avLst/>
          </a:prstGeom>
          <a:solidFill>
            <a:srgbClr val="28D26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8930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12893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monitoring system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636776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636776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63677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1636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safety AI software India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1984248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984248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98424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1984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safety camera system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2331720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331720"/>
            <a:ext cx="201168" cy="292608"/>
          </a:xfrm>
          <a:prstGeom prst="rect">
            <a:avLst/>
          </a:prstGeom>
          <a:solidFill>
            <a:srgbClr val="28D26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33172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0080" y="23317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monitoring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960120"/>
            <a:ext cx="2788920" cy="182880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960120"/>
            <a:ext cx="2788920" cy="274320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9601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Factories Act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1289304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1289304"/>
            <a:ext cx="201168" cy="292608"/>
          </a:xfrm>
          <a:prstGeom prst="rect">
            <a:avLst/>
          </a:prstGeom>
          <a:solidFill>
            <a:srgbClr val="28D264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128930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566160" y="12893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compliance software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1636776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1636776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163677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66160" y="1636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accident register software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37560" y="1984248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1984248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198424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566160" y="1984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documentation tool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37560" y="2331720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2331720"/>
            <a:ext cx="201168" cy="292608"/>
          </a:xfrm>
          <a:prstGeom prst="rect">
            <a:avLst/>
          </a:prstGeom>
          <a:solidFill>
            <a:srgbClr val="28D264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233172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566160" y="23317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BRSR safety reporting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72200" y="960120"/>
            <a:ext cx="2788920" cy="182880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960120"/>
            <a:ext cx="2788920" cy="27432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9601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— ROI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1289304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1289304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128930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92240" y="12893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workplace accidents India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1636776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1636776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52" name="Text 50"/>
          <p:cNvSpPr/>
          <p:nvPr/>
        </p:nvSpPr>
        <p:spPr>
          <a:xfrm>
            <a:off x="6263640" y="163677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92240" y="1636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factory accidents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1984248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1984248"/>
            <a:ext cx="201168" cy="2926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56" name="Text 54"/>
          <p:cNvSpPr/>
          <p:nvPr/>
        </p:nvSpPr>
        <p:spPr>
          <a:xfrm>
            <a:off x="6263640" y="198424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492240" y="1984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ROI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2331720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2331720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60" name="Text 58"/>
          <p:cNvSpPr/>
          <p:nvPr/>
        </p:nvSpPr>
        <p:spPr>
          <a:xfrm>
            <a:off x="6263640" y="233172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492240" y="23317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ESIC accident penalty India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0040" y="2898648"/>
            <a:ext cx="2788920" cy="182880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" y="2898648"/>
            <a:ext cx="2788920" cy="274320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64" name="Text 62"/>
          <p:cNvSpPr/>
          <p:nvPr/>
        </p:nvSpPr>
        <p:spPr>
          <a:xfrm>
            <a:off x="320040" y="289864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Technology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11480" y="3227832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" y="3227832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67" name="Text 65"/>
          <p:cNvSpPr/>
          <p:nvPr/>
        </p:nvSpPr>
        <p:spPr>
          <a:xfrm>
            <a:off x="411480" y="322783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40080" y="32278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camera system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11480" y="3575304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1480" y="3575304"/>
            <a:ext cx="201168" cy="2926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1" name="Text 69"/>
          <p:cNvSpPr/>
          <p:nvPr/>
        </p:nvSpPr>
        <p:spPr>
          <a:xfrm>
            <a:off x="411480" y="357530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40080" y="35753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workplace safety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11480" y="3922776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1480" y="3922776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75" name="Text 73"/>
          <p:cNvSpPr/>
          <p:nvPr/>
        </p:nvSpPr>
        <p:spPr>
          <a:xfrm>
            <a:off x="411480" y="392277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40080" y="3922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AI camera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1480" y="4270248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" y="4270248"/>
            <a:ext cx="201168" cy="2926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9" name="Text 77"/>
          <p:cNvSpPr/>
          <p:nvPr/>
        </p:nvSpPr>
        <p:spPr>
          <a:xfrm>
            <a:off x="411480" y="427024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40080" y="4270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safety monitoring AI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46120" y="2898648"/>
            <a:ext cx="2788920" cy="182880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3246120" y="2898648"/>
            <a:ext cx="2788920" cy="274320"/>
          </a:xfrm>
          <a:prstGeom prst="rect">
            <a:avLst/>
          </a:prstGeom>
          <a:solidFill>
            <a:srgbClr val="28D264"/>
          </a:solidFill>
          <a:ln/>
        </p:spPr>
      </p:sp>
      <p:sp>
        <p:nvSpPr>
          <p:cNvPr id="83" name="Text 81"/>
          <p:cNvSpPr/>
          <p:nvPr/>
        </p:nvSpPr>
        <p:spPr>
          <a:xfrm>
            <a:off x="3246120" y="289864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Verticals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337560" y="3227832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337560" y="3227832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86" name="Text 84"/>
          <p:cNvSpPr/>
          <p:nvPr/>
        </p:nvSpPr>
        <p:spPr>
          <a:xfrm>
            <a:off x="3337560" y="322783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3566160" y="32278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parts factory safety India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337560" y="3575304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37560" y="3575304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90" name="Text 88"/>
          <p:cNvSpPr/>
          <p:nvPr/>
        </p:nvSpPr>
        <p:spPr>
          <a:xfrm>
            <a:off x="3337560" y="357530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0" y="35753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plant safety monitoring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337560" y="3922776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37560" y="3922776"/>
            <a:ext cx="201168" cy="2926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94" name="Text 92"/>
          <p:cNvSpPr/>
          <p:nvPr/>
        </p:nvSpPr>
        <p:spPr>
          <a:xfrm>
            <a:off x="3337560" y="392277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566160" y="3922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factory compliance system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337560" y="4270248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37560" y="4270248"/>
            <a:ext cx="201168" cy="2926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98" name="Text 96"/>
          <p:cNvSpPr/>
          <p:nvPr/>
        </p:nvSpPr>
        <p:spPr>
          <a:xfrm>
            <a:off x="3337560" y="427024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3566160" y="4270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warehouse safety AI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172200" y="2898648"/>
            <a:ext cx="2788920" cy="182880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6172200" y="2898648"/>
            <a:ext cx="2788920" cy="274320"/>
          </a:xfrm>
          <a:prstGeom prst="rect">
            <a:avLst/>
          </a:prstGeom>
          <a:solidFill>
            <a:srgbClr val="FF4141"/>
          </a:solidFill>
          <a:ln/>
        </p:spPr>
      </p:sp>
      <p:sp>
        <p:nvSpPr>
          <p:cNvPr id="102" name="Text 100"/>
          <p:cNvSpPr/>
          <p:nvPr/>
        </p:nvSpPr>
        <p:spPr>
          <a:xfrm>
            <a:off x="6172200" y="289864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Intent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263640" y="3227832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63640" y="3227832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105" name="Text 103"/>
          <p:cNvSpPr/>
          <p:nvPr/>
        </p:nvSpPr>
        <p:spPr>
          <a:xfrm>
            <a:off x="6263640" y="322783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492240" y="32278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Wobot AI alternative India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6263640" y="3575304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63640" y="3575304"/>
            <a:ext cx="201168" cy="292608"/>
          </a:xfrm>
          <a:prstGeom prst="rect">
            <a:avLst/>
          </a:prstGeom>
          <a:solidFill>
            <a:srgbClr val="3C78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6263640" y="357530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492240" y="35753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Intenseye competitor India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263640" y="3922776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263640" y="3922776"/>
            <a:ext cx="201168" cy="2926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13" name="Text 111"/>
          <p:cNvSpPr/>
          <p:nvPr/>
        </p:nvSpPr>
        <p:spPr>
          <a:xfrm>
            <a:off x="6263640" y="3922776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6492240" y="3922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 vs manual audit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6263640" y="4270248"/>
            <a:ext cx="2606040" cy="292608"/>
          </a:xfrm>
          <a:prstGeom prst="rect">
            <a:avLst/>
          </a:prstGeom>
          <a:solidFill>
            <a:srgbClr val="141826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263640" y="4270248"/>
            <a:ext cx="201168" cy="29260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6263640" y="4270248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6492240" y="4270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manual safety guards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FF414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NEGATIVES: free · training · jobs · salary · definition · pdf · ppt · download · wikipedia · certification exam · DIY · what is · how to · news · case study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641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BANNERS — ALL 3 SIZES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728×90 Leaderboard · 300×250 Rectangle · 300×600 Half Page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728×90 Leaderboard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8229600" cy="777240"/>
          </a:xfrm>
          <a:prstGeom prst="rect">
            <a:avLst/>
          </a:prstGeom>
          <a:solidFill>
            <a:srgbClr val="07091A"/>
          </a:solidFill>
          <a:ln w="15240">
            <a:solidFill>
              <a:srgbClr val="FF64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52144"/>
            <a:ext cx="64008" cy="777240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70432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12252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factory accidents before they happen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49961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PPE &amp; hazard detection · Factories Act compliant · India-first · Free 4-week pilot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40680" y="12252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40680" y="1499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Accidents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46520" y="12252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1499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52360" y="12252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52360" y="1499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35240" y="1298448"/>
            <a:ext cx="914400" cy="47548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29844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Free Demo →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0574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300×250 Medium Rectangle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3931920" cy="2606040"/>
          </a:xfrm>
          <a:prstGeom prst="rect">
            <a:avLst/>
          </a:prstGeom>
          <a:solidFill>
            <a:srgbClr val="07091A"/>
          </a:solidFill>
          <a:ln w="12700">
            <a:solidFill>
              <a:srgbClr val="FF64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267712"/>
            <a:ext cx="3931920" cy="45720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340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AI MONITORING ACTIVE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25420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factory,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in 2 hrs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3154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missing helmets, restricted zone breaches &amp; PPE violations before they become accidents.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621024"/>
            <a:ext cx="1188720" cy="475488"/>
          </a:xfrm>
          <a:prstGeom prst="rect">
            <a:avLst/>
          </a:prstGeom>
          <a:solidFill>
            <a:srgbClr val="0E1220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639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8587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74520" y="3621024"/>
            <a:ext cx="1188720" cy="475488"/>
          </a:xfrm>
          <a:prstGeom prst="rect">
            <a:avLst/>
          </a:prstGeom>
          <a:solidFill>
            <a:srgbClr val="0E1220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74520" y="3639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74520" y="38587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54680" y="3621024"/>
            <a:ext cx="1188720" cy="475488"/>
          </a:xfrm>
          <a:prstGeom prst="rect">
            <a:avLst/>
          </a:prstGeom>
          <a:solidFill>
            <a:srgbClr val="0E1220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639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54680" y="38587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Cam/Mo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" y="4160520"/>
            <a:ext cx="3657600" cy="38404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160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4-Week Pilot 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20574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300×600 Half Page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267712"/>
            <a:ext cx="3931920" cy="2606040"/>
          </a:xfrm>
          <a:prstGeom prst="rect">
            <a:avLst/>
          </a:prstGeom>
          <a:solidFill>
            <a:srgbClr val="07091A"/>
          </a:solidFill>
          <a:ln w="12700">
            <a:solidFill>
              <a:srgbClr val="FF64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267712"/>
            <a:ext cx="3931920" cy="45720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350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263347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workers die every day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Indian factories.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your watch.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92040" y="3337560"/>
            <a:ext cx="3611880" cy="292608"/>
          </a:xfrm>
          <a:prstGeom prst="rect">
            <a:avLst/>
          </a:prstGeom>
          <a:solidFill>
            <a:srgbClr val="0E1220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3375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16-Camera AI Monitoring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675888"/>
            <a:ext cx="3611880" cy="292608"/>
          </a:xfrm>
          <a:prstGeom prst="rect">
            <a:avLst/>
          </a:prstGeom>
          <a:solidFill>
            <a:srgbClr val="0E1220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67588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Alert in &lt; 30 Seconds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4014216"/>
            <a:ext cx="3611880" cy="292608"/>
          </a:xfrm>
          <a:prstGeom prst="rect">
            <a:avLst/>
          </a:prstGeom>
          <a:solidFill>
            <a:srgbClr val="0E1220"/>
          </a:solidFill>
          <a:ln w="6350">
            <a:solidFill>
              <a:srgbClr val="1E28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0142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Factories Act Auto-Reports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92040" y="4389120"/>
            <a:ext cx="3611880" cy="38404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438912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Free Demo Today →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641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SETUP &amp; BIDDING TIPS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Tips to Maximize Your Google Ads ROI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Strategy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82880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92024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Maximize Clicks ₹500–800/day · Month 2: Target CPA after 30 conversions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09728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5361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Targeting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82880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192024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Maharashtra, Gujarat, Haryana, Tamil Nadu, Karnataka (+20% bid)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09728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15361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182880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192024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Mon–Fri 9am–6pm IST full bid · 7pm–10pm +10% · Weekends -30% · Desktop +20%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03720" y="100584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09728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5361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Layering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182880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24" name="Text 22"/>
          <p:cNvSpPr/>
          <p:nvPr/>
        </p:nvSpPr>
        <p:spPr>
          <a:xfrm>
            <a:off x="7013448" y="192024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In-Market: EHS Software, Manufacturing Equipment · Add Customer Match list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0175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0040" y="34564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374904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8404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Demo form (₹50K value) · Secondary: Pricing page 30s+ · Video 30s+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14600" y="292608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14600" y="30175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14600" y="34564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54680" y="374904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4" name="Text 32"/>
          <p:cNvSpPr/>
          <p:nvPr/>
        </p:nvSpPr>
        <p:spPr>
          <a:xfrm>
            <a:off x="2624328" y="38404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immediately: free, DIY, training, jobs, salary, pdf, download, what is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92608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30175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09160" y="34564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Match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49240" y="374904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39" name="Text 37"/>
          <p:cNvSpPr/>
          <p:nvPr/>
        </p:nvSpPr>
        <p:spPr>
          <a:xfrm>
            <a:off x="4818888" y="38404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 → ROI Calc · Var B → ROI focus · Var C → Compliance checklist download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03720" y="2926080"/>
            <a:ext cx="2057400" cy="1783080"/>
          </a:xfrm>
          <a:prstGeom prst="rect">
            <a:avLst/>
          </a:prstGeom>
          <a:solidFill>
            <a:srgbClr val="0E1220"/>
          </a:solidFill>
          <a:ln w="12700">
            <a:solidFill>
              <a:srgbClr val="3A4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03720" y="30175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903720" y="34564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Est.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43800" y="3749040"/>
            <a:ext cx="777240" cy="36576"/>
          </a:xfrm>
          <a:prstGeom prst="rect">
            <a:avLst/>
          </a:prstGeom>
          <a:solidFill>
            <a:srgbClr val="FF641E"/>
          </a:solidFill>
          <a:ln/>
        </p:spPr>
      </p:sp>
      <p:sp>
        <p:nvSpPr>
          <p:cNvPr id="44" name="Text 42"/>
          <p:cNvSpPr/>
          <p:nvPr/>
        </p:nvSpPr>
        <p:spPr>
          <a:xfrm>
            <a:off x="7013448" y="38404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₹80–180 · CTR target 6–10% · Budget ₹25–40K/mo → 15–20 demo bookings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641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Syyaim SafeG AI — Google Ads Package (All Audiences)</dc:title>
  <dc:subject>PptxGenJS Presentation</dc:subject>
  <dc:creator>PptxGenJS</dc:creator>
  <cp:lastModifiedBy>PptxGenJS</cp:lastModifiedBy>
  <cp:revision>1</cp:revision>
  <dcterms:created xsi:type="dcterms:W3CDTF">2026-03-08T05:45:35Z</dcterms:created>
  <dcterms:modified xsi:type="dcterms:W3CDTF">2026-03-08T05:45:35Z</dcterms:modified>
</cp:coreProperties>
</file>